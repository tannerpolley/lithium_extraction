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  <p:sldMasterId id="2147483763" r:id="rId5"/>
    <p:sldMasterId id="2147483775" r:id="rId6"/>
  </p:sldMasterIdLst>
  <p:notesMasterIdLst>
    <p:notesMasterId r:id="rId12"/>
  </p:notesMasterIdLst>
  <p:handoutMasterIdLst>
    <p:handoutMasterId r:id="rId13"/>
  </p:handoutMasterIdLst>
  <p:sldIdLst>
    <p:sldId id="919" r:id="rId7"/>
    <p:sldId id="920" r:id="rId8"/>
    <p:sldId id="922" r:id="rId9"/>
    <p:sldId id="923" r:id="rId10"/>
    <p:sldId id="924" r:id="rId11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son Caballero" initials="D" lastIdx="4" clrIdx="0">
    <p:extLst>
      <p:ext uri="{19B8F6BF-5375-455C-9EA6-DF929625EA0E}">
        <p15:presenceInfo xmlns:p15="http://schemas.microsoft.com/office/powerpoint/2012/main" userId="Daison Caballe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5E5E"/>
    <a:srgbClr val="F39B9B"/>
    <a:srgbClr val="AC423A"/>
    <a:srgbClr val="D51919"/>
    <a:srgbClr val="648825"/>
    <a:srgbClr val="79A32D"/>
    <a:srgbClr val="000000"/>
    <a:srgbClr val="373838"/>
    <a:srgbClr val="98C93D"/>
    <a:srgbClr val="F3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79929" autoAdjust="0"/>
  </p:normalViewPr>
  <p:slideViewPr>
    <p:cSldViewPr snapToGrid="0">
      <p:cViewPr varScale="1">
        <p:scale>
          <a:sx n="63" d="100"/>
          <a:sy n="63" d="100"/>
        </p:scale>
        <p:origin x="15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920"/>
    </p:cViewPr>
  </p:sorterViewPr>
  <p:notesViewPr>
    <p:cSldViewPr snapToGrid="0">
      <p:cViewPr varScale="1">
        <p:scale>
          <a:sx n="119" d="100"/>
          <a:sy n="119" d="100"/>
        </p:scale>
        <p:origin x="4122" y="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54CA9B8-74BC-42CC-8AD2-E73F5E847AA6}" type="datetimeFigureOut">
              <a:rPr lang="en-US" smtClean="0"/>
              <a:pPr/>
              <a:t>05/08/26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B533F5EF-7B2D-436D-B831-F48ECB832F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978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10CAAA1-2DC6-469D-86AF-311C333CDD14}" type="datetimeFigureOut">
              <a:rPr lang="en-US" smtClean="0"/>
              <a:pPr/>
              <a:t>05/08/26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6600" y="1154113"/>
            <a:ext cx="5538788" cy="3116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73798CC5-B40D-4675-A662-FAA7C61DAE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7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98CC5-B40D-4675-A662-FAA7C61DAE0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33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emf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228500" y="613326"/>
            <a:ext cx="11735000" cy="2387600"/>
          </a:xfrm>
        </p:spPr>
        <p:txBody>
          <a:bodyPr anchor="b"/>
          <a:lstStyle>
            <a:lvl1pPr algn="ctr">
              <a:defRPr sz="6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Cover Long Title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500" y="3093001"/>
            <a:ext cx="11735000" cy="1655762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373838"/>
                </a:solidFill>
                <a:latin typeface="+mn-lt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Cover Subtitle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104" y="4964825"/>
            <a:ext cx="2307273" cy="917977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 flipH="1">
            <a:off x="53265" y="-9526"/>
            <a:ext cx="70560" cy="6858001"/>
          </a:xfrm>
          <a:prstGeom prst="rect">
            <a:avLst/>
          </a:prstGeom>
          <a:gradFill flip="none" rotWithShape="1">
            <a:gsLst>
              <a:gs pos="0">
                <a:srgbClr val="98C93D"/>
              </a:gs>
              <a:gs pos="100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A3F6500A-D256-4B4C-8DCE-2A96969C0C1A}"/>
              </a:ext>
            </a:extLst>
          </p:cNvPr>
          <p:cNvSpPr txBox="1">
            <a:spLocks/>
          </p:cNvSpPr>
          <p:nvPr userDrawn="1"/>
        </p:nvSpPr>
        <p:spPr>
          <a:xfrm>
            <a:off x="1551286" y="6515822"/>
            <a:ext cx="3052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+mn-lt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420016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5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087763"/>
            <a:ext cx="11580921" cy="4933476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32633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288240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270628" y="778081"/>
            <a:ext cx="11580921" cy="373510"/>
          </a:xfrm>
        </p:spPr>
        <p:txBody>
          <a:bodyPr>
            <a:noAutofit/>
          </a:bodyPr>
          <a:lstStyle>
            <a:lvl1pPr marL="0" indent="0" algn="l">
              <a:buNone/>
              <a:defRPr sz="1800" b="0">
                <a:solidFill>
                  <a:srgbClr val="373838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Page Subtitle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4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449238"/>
            <a:ext cx="11580921" cy="4572002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B77CE695-0A2F-C942-9F1A-B6FA9F084CA0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88377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New_DOE_Logo_Color_Hi-Res_04280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7254" y="6026445"/>
            <a:ext cx="2528710" cy="635714"/>
          </a:xfrm>
          <a:prstGeom prst="rect">
            <a:avLst/>
          </a:prstGeom>
        </p:spPr>
      </p:pic>
      <p:pic>
        <p:nvPicPr>
          <p:cNvPr id="13" name="Picture 19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45369" y="6041893"/>
            <a:ext cx="1017884" cy="57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West_Virginia_University_logo_svg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01318" y="6221732"/>
            <a:ext cx="1864013" cy="241391"/>
          </a:xfrm>
          <a:prstGeom prst="rect">
            <a:avLst/>
          </a:prstGeom>
        </p:spPr>
      </p:pic>
      <p:pic>
        <p:nvPicPr>
          <p:cNvPr id="15" name="Picture 14" descr="CMU logo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50431" y="6205830"/>
            <a:ext cx="1532631" cy="2923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074" y="6049212"/>
            <a:ext cx="1447109" cy="55792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95" y="6065746"/>
            <a:ext cx="1439091" cy="5725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372CD0-347B-4C7F-AD39-78B556A7DD8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61" y="6205829"/>
            <a:ext cx="1524000" cy="3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10841"/>
      </p:ext>
    </p:extLst>
  </p:cSld>
  <p:clrMapOvr>
    <a:masterClrMapping/>
  </p:clrMapOvr>
  <p:transition spd="med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07555"/>
      </p:ext>
    </p:extLst>
  </p:cSld>
  <p:clrMapOvr>
    <a:masterClrMapping/>
  </p:clrMapOvr>
  <p:transition spd="med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9201775"/>
      </p:ext>
    </p:extLst>
  </p:cSld>
  <p:clrMapOvr>
    <a:masterClrMapping/>
  </p:clrMapOvr>
  <p:transition spd="med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65202"/>
            <a:ext cx="5384800" cy="52038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82133"/>
            <a:ext cx="5384800" cy="518689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1785"/>
      </p:ext>
    </p:extLst>
  </p:cSld>
  <p:clrMapOvr>
    <a:masterClrMapping/>
  </p:clrMapOvr>
  <p:transition spd="med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533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50298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0059"/>
            <a:ext cx="5386917" cy="4672517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95029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590060"/>
            <a:ext cx="5389033" cy="4661884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58606"/>
      </p:ext>
    </p:extLst>
  </p:cSld>
  <p:clrMapOvr>
    <a:masterClrMapping/>
  </p:clrMapOvr>
  <p:transition spd="med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6760"/>
      </p:ext>
    </p:extLst>
  </p:cSld>
  <p:clrMapOvr>
    <a:masterClrMapping/>
  </p:clrMapOvr>
  <p:transition spd="med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59507"/>
      </p:ext>
    </p:extLst>
  </p:cSld>
  <p:clrMapOvr>
    <a:masterClrMapping/>
  </p:clrMapOvr>
  <p:transition spd="med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69715"/>
      </p:ext>
    </p:extLst>
  </p:cSld>
  <p:clrMapOvr>
    <a:masterClrMapping/>
  </p:clrMapOvr>
  <p:transition spd="med"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78143"/>
      </p:ext>
    </p:extLst>
  </p:cSld>
  <p:clrMapOvr>
    <a:masterClrMapping/>
  </p:clrMapOvr>
  <p:transition spd="med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05177"/>
      </p:ext>
    </p:extLst>
  </p:cSld>
  <p:clrMapOvr>
    <a:masterClrMapping/>
  </p:clrMapOvr>
  <p:transition spd="med"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36070" y="182563"/>
            <a:ext cx="646331" cy="5986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2563"/>
            <a:ext cx="8026400" cy="5986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0476"/>
      </p:ext>
    </p:extLst>
  </p:cSld>
  <p:clrMapOvr>
    <a:masterClrMapping/>
  </p:clrMapOvr>
  <p:transition spd="med"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906"/>
      </p:ext>
    </p:extLst>
  </p:cSld>
  <p:clrMapOvr>
    <a:masterClrMapping/>
  </p:clrMapOvr>
  <p:transition spd="med"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prstGeom prst="rect">
            <a:avLst/>
          </a:prstGeo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D3D4A-7E28-4220-9909-287F9B6EB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40613"/>
      </p:ext>
    </p:extLst>
  </p:cSld>
  <p:clrMapOvr>
    <a:masterClrMapping/>
  </p:clrMapOvr>
  <p:transition spd="med"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C882809-195B-4C71-AF45-AF8015062DE4}" type="datetimeFigureOut">
              <a:rPr lang="en-US" smtClean="0"/>
              <a:pPr/>
              <a:t>05/08/26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D1BBCF7-C2B2-490C-A676-476317972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53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2" r:id="rId3"/>
    <p:sldLayoutId id="21474837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373838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F0F5CB-0D47-4D83-91C4-D40A395E459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" t="7487" b="7207"/>
          <a:stretch/>
        </p:blipFill>
        <p:spPr>
          <a:xfrm>
            <a:off x="33250" y="6148938"/>
            <a:ext cx="1826051" cy="709062"/>
          </a:xfrm>
          <a:prstGeom prst="rect">
            <a:avLst/>
          </a:prstGeom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968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9C87F91-BFE2-284C-8E09-D1E69062B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6817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7C2DE-E3C8-B14E-B1DC-1B0DBDEF69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32" y="6089972"/>
            <a:ext cx="1833097" cy="7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2D2A-00DF-404A-9F1C-0471527E6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492" y="1007793"/>
            <a:ext cx="12192479" cy="3690815"/>
          </a:xfrm>
        </p:spPr>
        <p:txBody>
          <a:bodyPr anchor="ctr" anchorCtr="1">
            <a:noAutofit/>
          </a:bodyPr>
          <a:lstStyle/>
          <a:p>
            <a:r>
              <a:rPr lang="en-US" sz="4000" dirty="0"/>
              <a:t>Title</a:t>
            </a:r>
            <a:br>
              <a:rPr lang="en-US" sz="40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2400" dirty="0"/>
              <a:t>Date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Tanner Polley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AC619-E783-F347-B0A1-562FEFE97F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31" y="4869340"/>
            <a:ext cx="2950799" cy="115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05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B95F-5315-9B54-7EEF-E76C74774A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Box Left Picture Right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CAB52-7D5B-B8FB-8C6E-846663418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48723"/>
            <a:ext cx="5825373" cy="4933476"/>
          </a:xfrm>
        </p:spPr>
        <p:txBody>
          <a:bodyPr/>
          <a:lstStyle/>
          <a:p>
            <a:r>
              <a:rPr lang="en-US" dirty="0"/>
              <a:t>Picture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8AF05F-43AE-F99B-7E82-7C6D6D67B033}"/>
              </a:ext>
            </a:extLst>
          </p:cNvPr>
          <p:cNvSpPr txBox="1"/>
          <p:nvPr/>
        </p:nvSpPr>
        <p:spPr>
          <a:xfrm>
            <a:off x="479556" y="1148723"/>
            <a:ext cx="55815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	</a:t>
            </a:r>
          </a:p>
        </p:txBody>
      </p:sp>
    </p:spTree>
    <p:extLst>
      <p:ext uri="{BB962C8B-B14F-4D97-AF65-F5344CB8AC3E}">
        <p14:creationId xmlns:p14="http://schemas.microsoft.com/office/powerpoint/2010/main" val="269693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F1945-CF08-5C0A-1D4E-AEC89057E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16A61-C873-272F-5E2B-D04352C158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Box Right Picture Left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D2131-D2BE-2D8D-7C82-C7AE1F5B1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7" y="962262"/>
            <a:ext cx="5825373" cy="4933476"/>
          </a:xfrm>
        </p:spPr>
        <p:txBody>
          <a:bodyPr/>
          <a:lstStyle/>
          <a:p>
            <a:r>
              <a:rPr lang="en-US" dirty="0"/>
              <a:t>Picture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074441-ACF5-BD34-FCC9-A2A4D5B35515}"/>
              </a:ext>
            </a:extLst>
          </p:cNvPr>
          <p:cNvSpPr txBox="1"/>
          <p:nvPr/>
        </p:nvSpPr>
        <p:spPr>
          <a:xfrm>
            <a:off x="6096000" y="1228397"/>
            <a:ext cx="55815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Text	</a:t>
            </a:r>
          </a:p>
        </p:txBody>
      </p:sp>
    </p:spTree>
    <p:extLst>
      <p:ext uri="{BB962C8B-B14F-4D97-AF65-F5344CB8AC3E}">
        <p14:creationId xmlns:p14="http://schemas.microsoft.com/office/powerpoint/2010/main" val="358019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79F5-83C3-F5B3-0BBE-FC0013434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F6FA-79B4-ED0E-2538-E8A71180CD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Picture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770E8-2A52-78CE-38DB-9AF94FA3E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7" y="962262"/>
            <a:ext cx="11580921" cy="4933476"/>
          </a:xfrm>
        </p:spPr>
        <p:txBody>
          <a:bodyPr/>
          <a:lstStyle/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303354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2749-1E82-33AC-DBFC-07B2DEB9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63F0D-2C81-A684-9F43-3D40C6A90E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0615D-9452-980F-4C71-C3C00B4EA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27" y="962262"/>
            <a:ext cx="11580921" cy="4933476"/>
          </a:xfrm>
        </p:spPr>
        <p:txBody>
          <a:bodyPr/>
          <a:lstStyle/>
          <a:p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146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73838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 Cover Title.pptx" id="{EB5E8C3F-626B-4B4B-ACCF-A49F74929750}" vid="{91F68650-2EA8-49F3-A5C8-A6A4201928CA}"/>
    </a:ext>
  </a:extLst>
</a:theme>
</file>

<file path=ppt/theme/theme2.xml><?xml version="1.0" encoding="utf-8"?>
<a:theme xmlns:a="http://schemas.openxmlformats.org/drawingml/2006/main" name="1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DB6BD2039A4DA9828CDD52828D22" ma:contentTypeVersion="1" ma:contentTypeDescription="Create a new document." ma:contentTypeScope="" ma:versionID="02a2b74d7520ef9dea84c66f9fb70d3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d55f72726b9dae1b96ae9030b26e0e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2840F2-5BB0-45AB-A8DF-9A97CD9488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0DB2A8-98EE-4CA5-9B57-4F5F6858EA16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A5341B3-53F6-453C-9EF7-531D8A95F6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NETL PowerPoint Presentation Template</Template>
  <TotalTime>83120</TotalTime>
  <Words>54</Words>
  <Application>Microsoft Office PowerPoint</Application>
  <PresentationFormat>Widescreen</PresentationFormat>
  <Paragraphs>30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Office Theme</vt:lpstr>
      <vt:lpstr>1_IDAES</vt:lpstr>
      <vt:lpstr>2_IDAES</vt:lpstr>
      <vt:lpstr>Title   Date  Tanner Polley</vt:lpstr>
      <vt:lpstr>Text Box Left Picture Right Slide</vt:lpstr>
      <vt:lpstr>Text Box Right Picture Left Slide</vt:lpstr>
      <vt:lpstr>Picture only</vt:lpstr>
      <vt:lpstr>Text Only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Cover Title</dc:title>
  <dc:creator>Gerdes, Kristin J.</dc:creator>
  <cp:lastModifiedBy>Tanner Polley</cp:lastModifiedBy>
  <cp:revision>1295</cp:revision>
  <cp:lastPrinted>2017-09-22T14:04:48Z</cp:lastPrinted>
  <dcterms:created xsi:type="dcterms:W3CDTF">2017-01-19T16:36:42Z</dcterms:created>
  <dcterms:modified xsi:type="dcterms:W3CDTF">2026-05-08T22:30:55Z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0x01010081F5DB6BD2039A4DA9828CDD52828D22</vt:lpwstr>
  </property>
  <property fmtid="{D5CDD505-2E9C-101B-9397-08002B2CF9AE}" pid="3" name="MSIP_Label_6a247341-4757-443f-8545-88b6b969d13e_Enabled">
    <vt:lpwstr>True</vt:lpwstr>
  </property>
  <property fmtid="{D5CDD505-2E9C-101B-9397-08002B2CF9AE}" pid="4" name="MSIP_Label_6a247341-4757-443f-8545-88b6b969d13e_SiteId">
    <vt:lpwstr>94e92035-30e4-4e5d-ba5b-df8b041a8555</vt:lpwstr>
  </property>
  <property fmtid="{D5CDD505-2E9C-101B-9397-08002B2CF9AE}" pid="5" name="MSIP_Label_6a247341-4757-443f-8545-88b6b969d13e_SetDate">
    <vt:lpwstr>2023-09-06T22:32:52Z</vt:lpwstr>
  </property>
  <property fmtid="{D5CDD505-2E9C-101B-9397-08002B2CF9AE}" pid="6" name="MSIP_Label_6a247341-4757-443f-8545-88b6b969d13e_Name">
    <vt:lpwstr>Restricted</vt:lpwstr>
  </property>
  <property fmtid="{D5CDD505-2E9C-101B-9397-08002B2CF9AE}" pid="7" name="MSIP_Label_6a247341-4757-443f-8545-88b6b969d13e_ActionId">
    <vt:lpwstr>299a4785-5fc8-4858-877a-8db09950ce93</vt:lpwstr>
  </property>
  <property fmtid="{D5CDD505-2E9C-101B-9397-08002B2CF9AE}" pid="8" name="MSIP_Label_6a247341-4757-443f-8545-88b6b969d13e_Removed">
    <vt:lpwstr>False</vt:lpwstr>
  </property>
  <property fmtid="{D5CDD505-2E9C-101B-9397-08002B2CF9AE}" pid="9" name="MSIP_Label_6a247341-4757-443f-8545-88b6b969d13e_Extended_MSFT_Method">
    <vt:lpwstr>Standard</vt:lpwstr>
  </property>
  <property fmtid="{D5CDD505-2E9C-101B-9397-08002B2CF9AE}" pid="10" name="Sensitivity">
    <vt:lpwstr>Restricted</vt:lpwstr>
  </property>
</Properties>
</file>